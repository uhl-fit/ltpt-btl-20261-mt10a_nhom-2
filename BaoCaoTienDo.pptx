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722" y="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TIẾN ĐỘ DỰ ÁN</a:t>
            </a:r>
          </a:p>
          <a:p>
            <a:r>
              <a:t>Real-time Currency Tracker Pro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Môn học: Lập trình Python</a:t>
            </a:r>
          </a:p>
          <a:p>
            <a:r>
              <a:t>Thực hiện: Nhóm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Mục tiêu dự 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Xây dựng ứng dụng Desktop bằng Python giúp theo dõi tỷ giá ngoại tệ trực tuyến.</a:t>
            </a:r>
          </a:p>
          <a:p>
            <a:r>
              <a:t>Tuân thủ chặt chẽ mô hình thiết kế phần mềm MVC (Model - View - Controller).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Đã làm được gì? (Tổng quan)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Xây dựng xong bộ khung ứng dụng.</a:t>
            </a:r>
          </a:p>
          <a:p>
            <a:r>
              <a:rPr lang="en-US"/>
              <a:t>Hoàn thiện cấu trúc </a:t>
            </a:r>
            <a:r>
              <a:t>MVC: Phân tách rõ ràng Model, View, Controller.</a:t>
            </a:r>
          </a:p>
          <a:p>
            <a:r>
              <a:t>Tích hợp SQLite để lưu trữ lịch sử tỷ giá vĩnh viễn</a:t>
            </a:r>
            <a:r>
              <a:rPr lang="en-US"/>
              <a:t>, có Background Thread tự động (lấy) dữ liệu mỗi 30 giây (real-time)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Đã làm được gì? (Tính năng)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Thiết kế giao diện Dark Mode chuyên nghiệp, thân thiện.</a:t>
            </a:r>
          </a:p>
          <a:p>
            <a:r>
              <a:t>Quản lý danh sách các mã ngoại tệ chuẩn ISO (Thêm/Sửa/Xóa).</a:t>
            </a:r>
          </a:p>
          <a:p>
            <a:r>
              <a:t>Tích hợp Pandas tính: Giá trung bình, cao nhất, thấp nhất và biến động.</a:t>
            </a:r>
          </a:p>
          <a:p>
            <a:r>
              <a:t>Đóng gói phần mềm ra file .exe chạy độc lập.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0584"/>
          </a:xfrm>
        </p:spPr>
        <p:txBody>
          <a:bodyPr>
            <a:normAutofit fontScale="90000"/>
          </a:bodyPr>
          <a:lstStyle/>
          <a:p>
            <a:r>
              <a:t>4. Khó khăn gặp phải (Kỹ thuật)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46606"/>
            <a:ext cx="8229600" cy="4911047"/>
          </a:xfrm>
        </p:spPr>
        <p:txBody>
          <a:bodyPr>
            <a:normAutofit/>
          </a:bodyPr>
          <a:lstStyle/>
          <a:p>
            <a:r>
              <a:t>Khó khăn: </a:t>
            </a:r>
            <a:r>
              <a:rPr lang="vi-VN"/>
              <a:t>điểm yếu về mặt trải nghiệm người dùng (UX). Khi thêm cặp tiền tệ, người dùng đang phải nhớ và gõ tay mã ISO 3 ký tự (như USD, VND).</a:t>
            </a:r>
            <a:endParaRPr lang="en-US"/>
          </a:p>
          <a:p>
            <a:r>
              <a:rPr lang="vi-VN"/>
              <a:t>Khắc phục:</a:t>
            </a:r>
            <a:r>
              <a:rPr lang="en-US"/>
              <a:t>-thay thế cái ô nhập liệu (TextBox) thành một hộp thả xuống DropdownList hiện thị các đơn vị tiền tệ </a:t>
            </a:r>
          </a:p>
          <a:p>
            <a:endParaRPr lang="vi-V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</a:t>
            </a:r>
            <a:r>
              <a:t>. Kế hoạch tiếp theo (Mở rộng)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Mini-Calculator: Thêm công cụ máy tính nhỏ ở Sidebar để người dùng nhập số tiền và đổi trực tiếp theo tỷ giá thực.</a:t>
            </a:r>
            <a:endParaRPr lang="en-US"/>
          </a:p>
          <a:p>
            <a:r>
              <a:rPr lang="vi-VN"/>
              <a:t>Bổ sung hiệu ứng chuyển động mượt mà hơn.</a:t>
            </a:r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316</Words>
  <Application>Microsoft Office PowerPoint</Application>
  <PresentationFormat>On-screen Show (4:3)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BÁO CÁO TIẾN ĐỘ DỰ ÁN Real-time Currency Tracker Pro</vt:lpstr>
      <vt:lpstr>1. Mục tiêu dự án</vt:lpstr>
      <vt:lpstr>2. Đã làm được gì? (Tổng quan)</vt:lpstr>
      <vt:lpstr>3. Đã làm được gì? (Tính năng)</vt:lpstr>
      <vt:lpstr>4. Khó khăn gặp phải (Kỹ thuật)</vt:lpstr>
      <vt:lpstr>5. Kế hoạch tiếp theo (Mở rộng)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kot94156@gmail.com</cp:lastModifiedBy>
  <cp:revision>4</cp:revision>
  <dcterms:created xsi:type="dcterms:W3CDTF">2013-01-27T09:14:16Z</dcterms:created>
  <dcterms:modified xsi:type="dcterms:W3CDTF">2026-05-12T02:46:22Z</dcterms:modified>
  <cp:category/>
</cp:coreProperties>
</file>