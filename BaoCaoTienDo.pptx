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2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39939" y="1958975"/>
            <a:ext cx="7772400" cy="1470025"/>
          </a:xfrm>
        </p:spPr>
        <p:txBody>
          <a:bodyPr>
            <a:normAutofit fontScale="90000"/>
          </a:bodyPr>
          <a:lstStyle/>
          <a:p>
            <a:r>
              <a:rPr sz="3600" b="1">
                <a:solidFill>
                  <a:srgbClr val="00FFCC"/>
                </a:solidFill>
                <a:latin typeface="Arial"/>
              </a:rPr>
              <a:t>BÁO CÁO TIẾN ĐỘ DỰ ÁN </a:t>
            </a:r>
            <a:br>
              <a:rPr lang="en-US" sz="3600" b="1">
                <a:solidFill>
                  <a:srgbClr val="00FFCC"/>
                </a:solidFill>
                <a:latin typeface="Arial"/>
              </a:rPr>
            </a:br>
            <a:r>
              <a:rPr sz="3600" b="1">
                <a:solidFill>
                  <a:srgbClr val="00FFCC"/>
                </a:solidFill>
                <a:latin typeface="Arial"/>
              </a:rPr>
              <a:t>Real-time Currency Tracker Pro</a:t>
            </a:r>
            <a:br>
              <a:rPr lang="en-US" sz="3600" b="1">
                <a:solidFill>
                  <a:srgbClr val="00FFCC"/>
                </a:solidFill>
                <a:latin typeface="Arial"/>
              </a:rPr>
            </a:br>
            <a:r>
              <a:rPr lang="en-US" sz="3600" b="1">
                <a:solidFill>
                  <a:srgbClr val="00FFCC"/>
                </a:solidFill>
                <a:latin typeface="Arial"/>
              </a:rPr>
              <a:t>(Theo dõi tỉ giá tiền tệ)</a:t>
            </a:r>
            <a:endParaRPr sz="3600" b="1">
              <a:solidFill>
                <a:srgbClr val="00FFCC"/>
              </a:solidFill>
              <a:latin typeface="Arial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25739" y="3878494"/>
            <a:ext cx="6400800" cy="1752600"/>
          </a:xfrm>
        </p:spPr>
        <p:txBody>
          <a:bodyPr/>
          <a:lstStyle/>
          <a:p>
            <a:r>
              <a:rPr sz="1400">
                <a:solidFill>
                  <a:srgbClr val="A0A0A0"/>
                </a:solidFill>
                <a:latin typeface="Arial"/>
              </a:rPr>
              <a:t>Thực hiện: Nhóm 2 - Lớp Lập trình Python</a:t>
            </a:r>
          </a:p>
          <a:p>
            <a:r>
              <a:rPr sz="1400">
                <a:solidFill>
                  <a:srgbClr val="A0A0A0"/>
                </a:solidFill>
                <a:latin typeface="Arial"/>
              </a:rPr>
              <a:t>Báo cáo tiến độ Tuần </a:t>
            </a:r>
            <a:r>
              <a:rPr lang="en-US" sz="1400">
                <a:solidFill>
                  <a:srgbClr val="A0A0A0"/>
                </a:solidFill>
                <a:latin typeface="Arial"/>
              </a:rPr>
              <a:t>2</a:t>
            </a:r>
          </a:p>
          <a:p>
            <a:r>
              <a:rPr sz="1400">
                <a:solidFill>
                  <a:srgbClr val="A0A0A0"/>
                </a:solidFill>
                <a:latin typeface="Arial"/>
              </a:rPr>
              <a:t>Giảng viên hướng dẫn: Vũ Duy Sơn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5987" y="274638"/>
            <a:ext cx="8229600" cy="1143000"/>
          </a:xfrm>
        </p:spPr>
        <p:txBody>
          <a:bodyPr/>
          <a:lstStyle/>
          <a:p>
            <a:pPr algn="l"/>
            <a:r>
              <a:rPr sz="2800" b="1">
                <a:solidFill>
                  <a:srgbClr val="00FFCC"/>
                </a:solidFill>
                <a:latin typeface="Arial"/>
              </a:rPr>
              <a:t>1. Đã làm được gì? (Kiến trúc &amp; CSDL SQLite)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5987" y="1497458"/>
            <a:ext cx="8229600" cy="4525963"/>
          </a:xfrm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F0F0F0"/>
                </a:solidFill>
                <a:latin typeface="Arial"/>
              </a:rPr>
              <a:t>Hoàn thiện mô hình kiến trúc MVC phân cấp chuẩn mực: Model (SQLite &amp; Pandas), View (CustomTkinter), Controller (AppController) và Service chạy ngầm (APIService).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0F0F0"/>
                </a:solidFill>
                <a:latin typeface="Arial"/>
              </a:rPr>
              <a:t>Phân tích dữ liệu bằng Pandas &amp; Numpy: Viết các hàm phân tích lấy lịch sử tỷ giá từ SQLite và tính toán động các chỉ số thống kê tài chính (Mean, Min, Max, Volatility).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0F0F0"/>
                </a:solidFill>
                <a:latin typeface="Arial"/>
              </a:rPr>
              <a:t>Viết thành công bộ kiểm thử tự động (Unit Tests) trong tests/test_database.py xác minh tính chính xác của các thuật toán tính toán thống kê dữ liệu.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5019" y="171897"/>
            <a:ext cx="8229600" cy="1143000"/>
          </a:xfrm>
        </p:spPr>
        <p:txBody>
          <a:bodyPr/>
          <a:lstStyle/>
          <a:p>
            <a:pPr algn="l"/>
            <a:r>
              <a:rPr sz="2800" b="1">
                <a:solidFill>
                  <a:srgbClr val="00FFCC"/>
                </a:solidFill>
                <a:latin typeface="Arial"/>
              </a:rPr>
              <a:t>1. Đã làm được gì? (Giao diện &amp; Tính năng Nâng cao)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5019" y="1486793"/>
            <a:ext cx="8229600" cy="4525963"/>
          </a:xfrm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F0F0F0"/>
                </a:solidFill>
                <a:latin typeface="Arial"/>
              </a:rPr>
              <a:t>Tương tác API bất đồng bộ: Gọi ExchangeRate-API định kỳ mỗi </a:t>
            </a:r>
            <a:r>
              <a:rPr lang="en-US" sz="1700">
                <a:solidFill>
                  <a:srgbClr val="F0F0F0"/>
                </a:solidFill>
                <a:latin typeface="Arial"/>
              </a:rPr>
              <a:t>1 tiếng </a:t>
            </a:r>
            <a:r>
              <a:rPr sz="1700">
                <a:solidFill>
                  <a:srgbClr val="F0F0F0"/>
                </a:solidFill>
                <a:latin typeface="Arial"/>
              </a:rPr>
              <a:t>để cập nhật tỷ giá ngoại tệ thực tế trực tuyến trên thế giới.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0F0F0"/>
                </a:solidFill>
                <a:latin typeface="Arial"/>
              </a:rPr>
              <a:t>Vẽ đồ thị Matplotlib: Tích hợp cửa sổ biểu đồ (ChartWindow) nhúng trực tiếp Matplotlib vẽ biểu đồ đường mô tả lịch sử tỷ giá trực quan.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0F0F0"/>
                </a:solidFill>
                <a:latin typeface="Arial"/>
              </a:rPr>
              <a:t>Màn hình chờ &amp; Mở hướng dẫn sử dụng: Thiết lập Splash Screen có thanh tiến trình khởi chạy và bổ sung nút mở tài liệu hướng dẫn định dạng hệ thống.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60D309-071F-C1F0-2350-1373BDE3A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298" y="3655227"/>
            <a:ext cx="5024063" cy="29281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7083" y="415712"/>
            <a:ext cx="8229600" cy="1143000"/>
          </a:xfrm>
        </p:spPr>
        <p:txBody>
          <a:bodyPr/>
          <a:lstStyle/>
          <a:p>
            <a:pPr algn="l"/>
            <a:r>
              <a:rPr sz="2800" b="1">
                <a:solidFill>
                  <a:srgbClr val="00FFCC"/>
                </a:solidFill>
                <a:latin typeface="Arial"/>
              </a:rPr>
              <a:t>2. Gặp khó khăn gì &amp; Cách khắc phục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77083" y="1713216"/>
            <a:ext cx="8229600" cy="4525963"/>
          </a:xfrm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F0F0F0"/>
                </a:solidFill>
                <a:latin typeface="Arial"/>
              </a:rPr>
              <a:t>Khó khăn (Treo đơ giao diện - UI Freeze): Khi gửi HTTP GET Request tới REST API trên luồng chính, giao diện chính bị đơ trong vài giây.</a:t>
            </a:r>
            <a:br>
              <a:rPr/>
            </a:br>
            <a:endParaRPr sz="1700">
              <a:solidFill>
                <a:srgbClr val="F0F0F0"/>
              </a:solidFill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E92268-F839-0699-67EC-0BE1CED74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083" y="2838042"/>
            <a:ext cx="8229600" cy="34011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4068" y="274638"/>
            <a:ext cx="8229600" cy="1143000"/>
          </a:xfrm>
        </p:spPr>
        <p:txBody>
          <a:bodyPr/>
          <a:lstStyle/>
          <a:p>
            <a:pPr algn="l"/>
            <a:r>
              <a:rPr sz="2800" b="1">
                <a:solidFill>
                  <a:srgbClr val="00FFCC"/>
                </a:solidFill>
                <a:latin typeface="Arial"/>
              </a:rPr>
              <a:t>3. Dự kiến tuần sau làm gì?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64068" y="1628454"/>
            <a:ext cx="8229600" cy="4525963"/>
          </a:xfrm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F0F0F0"/>
                </a:solidFill>
                <a:latin typeface="Arial"/>
              </a:rPr>
              <a:t>Tối ưu hiệu năng biểu đồ Matplotlib: Giới hạn số lượng điểm vẽ lịch sử tỷ giá tải lên biểu đồ nhằm kiểm soát tốt mức tiêu thụ RAM khi treo máy lâu ngày.</a:t>
            </a:r>
          </a:p>
          <a:p>
            <a:pPr>
              <a:spcAft>
                <a:spcPts val="1200"/>
              </a:spcAft>
            </a:pPr>
            <a:r>
              <a:rPr lang="en-US" sz="1700">
                <a:solidFill>
                  <a:srgbClr val="F0F0F0"/>
                </a:solidFill>
                <a:latin typeface="Arial"/>
              </a:rPr>
              <a:t>Thêm t</a:t>
            </a:r>
            <a:r>
              <a:rPr sz="1700">
                <a:solidFill>
                  <a:srgbClr val="F0F0F0"/>
                </a:solidFill>
                <a:latin typeface="Arial"/>
              </a:rPr>
              <a:t>ính năng Cảnh báo tỷ giá thông minh (Price Alert): Tự động thay đổi màu chữ hiển thị (Cam/Đỏ) trên bảng khi tỷ giá vượt ngưỡng quy định trước</a:t>
            </a:r>
            <a:r>
              <a:rPr lang="en-US" sz="1700">
                <a:solidFill>
                  <a:srgbClr val="F0F0F0"/>
                </a:solidFill>
                <a:latin typeface="Arial"/>
              </a:rPr>
              <a:t> (sử dụng màu chữ </a:t>
            </a:r>
            <a:r>
              <a:rPr lang="en-US" sz="1700">
                <a:solidFill>
                  <a:srgbClr val="F0F0F0"/>
                </a:solidFill>
                <a:latin typeface="Arial"/>
                <a:sym typeface="Wingdings" panose="05000000000000000000" pitchFamily="2" charset="2"/>
              </a:rPr>
              <a:t> đánh giá )</a:t>
            </a:r>
            <a:endParaRPr sz="1700">
              <a:solidFill>
                <a:srgbClr val="F0F0F0"/>
              </a:solidFill>
              <a:latin typeface="Arial"/>
            </a:endParaRPr>
          </a:p>
          <a:p>
            <a:pPr>
              <a:spcAft>
                <a:spcPts val="1200"/>
              </a:spcAft>
            </a:pPr>
            <a:endParaRPr sz="1700">
              <a:solidFill>
                <a:srgbClr val="F0F0F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412</Words>
  <Application>Microsoft Office PowerPoint</Application>
  <PresentationFormat>Widescreen</PresentationFormat>
  <Paragraphs>17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BÁO CÁO TIẾN ĐỘ DỰ ÁN  Real-time Currency Tracker Pro (Theo dõi tỉ giá tiền tệ)</vt:lpstr>
      <vt:lpstr>1. Đã làm được gì? (Kiến trúc &amp; CSDL SQLite)</vt:lpstr>
      <vt:lpstr>1. Đã làm được gì? (Giao diện &amp; Tính năng Nâng cao)</vt:lpstr>
      <vt:lpstr>2. Gặp khó khăn gì &amp; Cách khắc phục</vt:lpstr>
      <vt:lpstr>3. Dự kiến tuần sau làm gì?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kot94156@gmail.com</cp:lastModifiedBy>
  <cp:revision>3</cp:revision>
  <dcterms:created xsi:type="dcterms:W3CDTF">2013-01-27T09:14:16Z</dcterms:created>
  <dcterms:modified xsi:type="dcterms:W3CDTF">2026-05-19T02:42:06Z</dcterms:modified>
  <cp:category/>
</cp:coreProperties>
</file>